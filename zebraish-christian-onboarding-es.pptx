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38964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286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E9BF0"/>
                </a:solidFill>
                <a:latin typeface="Helvetica Neue"/>
              </a:rPr>
              <a:t>INCORPORACIÓN COMO COLABORADOR OFICIAL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Bienvenido a Zebraish,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Christian.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A6ACBA"/>
                </a:solidFill>
                <a:latin typeface="Helvetica Neue"/>
              </a:rPr>
              <a:t>Todo lo que necesitas saber sobre la marca, tu rol y cómo funciona la colaboración en el día a día, antes de firmar nada.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16636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532180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PREPARADO 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412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Christian Prieto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PREPARADO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017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Joshua Bankole, Fundador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9963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DOCUMENTO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Presentación de incorporación — complementaria al Acuerdo de Colaboración Oficial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BIENVENIDA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Ya eres parte de Zebraish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Una breve bienvenida antes de entrar en detalle.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Bienvenida   ·   02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BIENVENIDA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¿Qué es Zebraish?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Zebraish es una marca y un proyecto construido alrededor de dos puertas conectadas al mismo mundo: Zebraish Studio y The Board por el lado tecnológico, y Zebraish Fashion por el lado creativo.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Studio y The Board son donde ocurre el trabajo tecnológico y de producto: construir, prototipar y lanzar ideas.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Fashion es la expresión creativa de la misma marca: prendas y estilo construidos alrededor de una estética distintiva inspirada en el mundo animal.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Ambas puertas comparten una sola identidad. Que crezca una hace crecer a la otra.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Bienvenida   ·   03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BIENVENIDA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Dónde encajas: la vertical de Fashion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Te incorporas como Colaborador Oficial de Zebraish en el lado de Fashion: la cara y la voz de esa vertical.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La dirección creativa parte del mundo animal: pieles, patrones y texturas, reinterpretados en una línea premium y utilizable.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Tu rol combina modelo, influencer y socio de marca: representas la estética públicamente y ayudas a traer a las personas que realmente van a comprarla.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Bienvenida   ·   04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BIENVENIDA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La dirección creativa</a:t>
            </a:r>
          </a:p>
        </p:txBody>
      </p:sp>
      <p:pic>
        <p:nvPicPr>
          <p:cNvPr id="4" name="Picture 3" descr="fas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496056" cy="3794760"/>
          </a:xfrm>
          <a:prstGeom prst="rect">
            <a:avLst/>
          </a:prstGeom>
        </p:spPr>
      </p:pic>
      <p:pic>
        <p:nvPicPr>
          <p:cNvPr id="5" name="Picture 4" descr="fash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448" y="1691640"/>
            <a:ext cx="3496056" cy="3794760"/>
          </a:xfrm>
          <a:prstGeom prst="rect">
            <a:avLst/>
          </a:prstGeom>
        </p:spPr>
      </p:pic>
      <p:pic>
        <p:nvPicPr>
          <p:cNvPr id="6" name="Picture 5" descr="fash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096" y="1691640"/>
            <a:ext cx="3496056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235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6ACBA"/>
                </a:solidFill>
                <a:latin typeface="Helvetica Neue"/>
              </a:rPr>
              <a:t>Referencias de estilismo para la vertical de Fashion: patrones y texturas inspirados en animales, reinterpretados para una línea premium. El mood board completo llegará conforme avance el desarrollo de producto.</a:t>
            </a:r>
          </a:p>
        </p:txBody>
      </p:sp>
      <p:pic>
        <p:nvPicPr>
          <p:cNvPr id="8" name="Picture 7" descr="logo-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Bienvenida   ·   05 / 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TU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A qué te comprometes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Puesto, responsabilidades y cómo se ve hacerlo bien.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Tu rol   ·   06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TU 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Tu puesto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Puesto: Colaborador Oficial de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 exclusivo: eres libre de trabajar con, promocionar o representar otras marcas durante el Periodo, siempre que no entre en conflicto con tus obligaciones con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Periodo Inicial: 3 meses desde la fecha en que ambos firmen, renovable por acuerdo escrito mutuo.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Representas a Zebraish, generas reconocimiento de marca, creas contenido y presentas potenciales clientes — todo detallado en el propio Acuerdo.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Tu rol   ·   07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TU 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Responsabilidades de captación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Identificar y contactar de forma proactiva a potenciales clientes dentro de tu propia red y audiencia: mensajes directos, presentaciones en persona, participación en redes sociales, lo que mejor funcione.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Presentar la oferta de Zebraish de forma precisa al hacerlo.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Dirigir a cualquier interesado directamente a Joshua, o al Portal de Proyectos y Pagos de Zebraish una vez esté disponible, para que el proyecto se abra correctamente.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Esto es el núcleo de cómo se genera la comisión: la captación es parte del trabajo, no un extra opcional.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Tu rol   ·   08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TU 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Mínimos de redes sociales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920240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2996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Requisito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Publicaciones / Reels de Instagram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334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2 por semana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63824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Historias de 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552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3 por semana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Videos de TikTok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770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1 por semana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Participación en campañas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4988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Cuando se solicite razonablemente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Aprobación de contenido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Solo necesaria por adelantado para campañas concretas señaladas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19202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Tu rol   ·   09 / 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COMISIÓN Y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Cómo se mueve el dinero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Presentación de clientes, comisión y el pago semanal, en términos claros.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Comisión y pagos   ·   10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COMISIÓN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Presentación de clientes — sin código de referido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Cuando presentas a un cliente, el proyecto se abre a través del Portal de Proyectos y Pagos de Zebraish (o simplemente se lo dices a Joshua y él lo abre): recibe un identificador único de proyecto, como ZB-00017.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 hay ningún código o enlace de referido personal que gestionar ni compartir.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La comisión no se calcula asociando clientes individuales contigo: se basa en todos los pagos elegibles que reciba Zebraish durante tu Periodo.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Comisión y pagos   ·   11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COMISIÓN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La comisión, de un vistazo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de todos los pagos elegibles de clientes de Zebraish recibidos durante tu Periodo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1584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Semanal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1584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la comisión se calcula y se paga cada semana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7368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Domingo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7368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día de pago — revisado y enviado por transferencia bancaria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29200"/>
            <a:ext cx="10817352" cy="18288"/>
          </a:xfrm>
          <a:prstGeom prst="rect">
            <a:avLst/>
          </a:prstGeom>
          <a:solidFill>
            <a:srgbClr val="2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Helvetica Neue"/>
              </a:rPr>
              <a:t>Sin límite arbitrario a lo que puedes ganar, y sin salario fijo: la compensación se basa en comisión durante el Periodo Inicial.</a:t>
            </a:r>
          </a:p>
        </p:txBody>
      </p:sp>
      <p:pic>
        <p:nvPicPr>
          <p:cNvPr id="13" name="Picture 12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Comisión y pagos   ·   12 / 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COMISIÓN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Pago semanal — cómo funciona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920240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2996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Qué ocurre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Revisión del domingo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334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Joshua totaliza todos los pagos elegibles que Zebraish recibió de lunes a domingo.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63824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Cálculo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552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El 10% de ese total semanal es tu comisión de la semana.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770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Se envía por transferencia bancaria ese mismo día, o el siguiente día hábil si una transferencia en domingo no es posible.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Exclusiones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4988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Reembolsos, contracargos, pedidos cancelados o fraudulentos no cuentan.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Ejemplo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485.000 ₦ en pagos elegibles esa semana → 48.500 ₦ de comisión pagados ese domingo.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19202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Comisión y pagos   ·   13 / 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COMISIÓN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Tu Panel de Colaborador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Una vista privada de tu comisión semanal: identificadores de proyecto, importes y estado PAGADO / PENDIENTE.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Verás lo suficiente para verificar que cada pago se calcula correctamente, sin que se te expongan los datos de contacto de los clientes de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Se está construyendo junto con el Portal de Proyectos; Joshua confirmará cuando esté disponible — mientras tanto, un resumen semanal por escrito sirve de puente.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Comisión y pagos   ·   14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DIRECTRICES Y CONDICIONES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La letra pequeña, hecha legible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Directrices de marca, derechos de contenido y cómo funciona el Periodo.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15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DIRECTRICES Y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Directrices de marca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Representar a Zebraish de forma positiva y profesional, siempre.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Sin afirmaciones falsas o engañosas sobre Zebraish, sus productos o servicios.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 dar a entender que eres propietario, director o directivo de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Sin promesas o compromisos no autorizados en nombre de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La publicidad de pago o los patrocinios necesitan la aprobación escrita de Joshua antes de comprometer ningún gasto.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16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DIRECTRICES Y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Contenido y tus derechos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Conservas la titularidad plena de tu identidad, imagen y semejanza, siempre.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Zebraish recibe una licencia no exclusiva para usar contenido aprobado (fotos, videos, tu nombre) con fines promocionales en Instagram, TikTok, el sitio web y publicidad.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Esa licencia dura durante el Periodo, más 6 meses tras su finalización, solo para uso de archivo y portafolio, no para nuevas campañas.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La información confidencial de Zebraish (productos, precios, estrategia) sigue siendo confidencial, durante y después del Periodo.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17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DIRECTRICES Y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El Periodo y cómo termina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920240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Elemento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2996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Detalle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Periodo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334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3 meses desde la fecha de la última firma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63824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Renovación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552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Solo mediante acuerdo escrito mutuo; de lo contrario termina automáticamente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Terminación por conveniencia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770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14 días de notificación escrita, cualquiera de las partes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Terminación inmediata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4988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Por falta grave, fraude o un incumplimiento no subsanado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Tras la terminación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La comisión ya generada sobre pagos elegibles sigue siendo pagadera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19202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18 / 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DIRECTRICES Y CONDICIONES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Publicidad de pago y seguimiento mensual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Si tiene sentido usar anuncios de pago o publicaciones impulsadas, Joshua financia y confirma el presupuesto por escrito antes de gastar nada: nunca comprometes el dinero de Zebraish sin su aprobación.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Una vez al mes, una revisión rápida: contenido entregado, presentaciones de clientes, comisión, y cualquier ajuste que valga la pena.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Informal, sin fricción: una llamada o un mensaje bastan. Mantiene a ambas partes alineadas sin necesidad de tocar el Acuerdo en sí.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19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3760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65176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Helvetica Neue"/>
              </a:rPr>
              <a:t>Hagámoslo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9319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A6ACBA"/>
                </a:solidFill>
                <a:latin typeface="Helvetica Neue"/>
              </a:rPr>
              <a:t>Esta presentación es contexto. El Acuerdo de Colaboración Oficial es el documento que lo hace vinculante: léelo, pregunta lo que necesites y fírmalo cuando estés listo.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Fundador / Representante de la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005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Joshua Bankole — j0shbankole19@gmail.com — +234 816 532 0780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21224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Colaborador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Christian Prieto — +34 631 53 71 36 — Barcelona, España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41848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Documento a firmar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6130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Acuerdo de Colaboración Oficial de Zebraish (EN / ES)</a:t>
            </a:r>
          </a:p>
        </p:txBody>
      </p:sp>
      <p:pic>
        <p:nvPicPr>
          <p:cNvPr id="12" name="Picture 1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Directrices y condiciones   ·   20 / 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