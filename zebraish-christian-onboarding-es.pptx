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94360"/>
            <a:ext cx="389649" cy="5029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2860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E9BF0"/>
                </a:solidFill>
                <a:latin typeface="Helvetica Neue"/>
              </a:rPr>
              <a:t>INCORPORACIÓN COMO COLABORADOR OFICIAL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9748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Helvetica Neue"/>
              </a:rPr>
              <a:t>Bienvenido a Zebraish,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Helvetica Neue"/>
              </a:rPr>
              <a:t>Christian.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41605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A6ACBA"/>
                </a:solidFill>
                <a:latin typeface="Helvetica Neue"/>
              </a:rPr>
              <a:t>Todo lo que necesitas saber sobre la marca, tu rol y cómo funciona la colaboración en el día a día, antes de firmar nada.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85800" y="516636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85800" y="5321808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PREPARADO PARA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412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Christian Prieto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760720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PREPARADO POR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980176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Joshua Bankole, Fundador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99632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DOCUMENTO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419088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Helvetica Neue"/>
              </a:rPr>
              <a:t>Presentación de incorporación, complementaria al Acuerdo de Colaboración Oficial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BIENVENIDA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Ya eres parte de Zebraish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Una breve bienvenida antes de entrar en detalle.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Bienvenida   ·   02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BIENVENIDA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¿Qué es Zebraish?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Zebraish es una marca y un proyecto construido alrededor de dos puertas conectadas al mismo mundo: Zebraish Studio y The Board por el lado tecnológico, y Zebraish Fashion por el lado creativo.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Studio y The Board son donde ocurre el trabajo tecnológico y de producto: construir, prototipar y lanzar ideas. Esto es lo que está activo ahora mismo, y es con lo que Zebraish está arrancando.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Fashion es la expresión creativa de la misma marca: prendas y estilo construidos alrededor de una estética distintiva inspirada en el mundo animal. Llega pronto, pero la línea de producto todavía no es pública.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Ambas puertas comparten una sola identidad. Que crezca una hace crecer a la otra.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Bienvenida   ·   03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BIENVENIDA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Por dónde empiezas: Zebraish Studio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Te incorporas como Colaborador Oficial de Zebraish, y ahora mismo, tu trabajo es Studio: representarlo, generar reconocimiento para él y traer activamente clientes para él, porque eso es con lo que Zebraish está arrancando.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 necesitas ser una persona de tecnología para hacerlo bien. Tu audiencia confía en ti. Ese es el activo. Dirige a la gente hacia Zebraish Studio, explica qué hace en términos simples, y haz la presentación.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Fashion se suma a tu rol en cuanto la línea de ropa se lance, algo que llega pronto. Cuando eso ocurra, probablemente encaje aún más contigo, pero el trabajo empieza con Studio.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Bienvenida   ·   04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TU 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A qué te comprometes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Puesto, responsabilidades y cómo se ve hacerlo bien.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Tu rol   ·   05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TU 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Tu puesto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Puesto: Colaborador Oficial de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Foco actual: promocionar Zebraish Studio y traer clientes para él. Esa es la prioridad durante este Periodo.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 exclusivo: eres libre de trabajar con, promocionar o representar otras marcas durante el Periodo, siempre que no entre en conflicto con tus obligaciones con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Periodo Inicial: 3 meses desde la fecha en que ambos firmen, renovable por acuerdo escrito mutuo.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Representas a Zebraish, generas reconocimiento de marca, creas contenido y presentas potenciales clientes, todo detallado en el propio Acuerdo.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Tu rol   ·   06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TU 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Responsabilidades de captación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Identificar y contactar de forma proactiva a potenciales clientes de Zebraish Studio dentro de tu propia red y audiencia (cualquiera que pueda usar lo que Studio construye) mediante mensajes directos, presentaciones en persona, participación en redes sociales, lo que mejor funcione.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Presentar la oferta de Zebraish de forma precisa al hacerlo.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Dirigir a cualquier interesado directamente a Joshua, o al Portal de Proyectos y Pagos de Zebraish una vez esté disponible, para que el proyecto se abra correctamente.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Esto es el núcleo de cómo se genera la comisión: la captación es parte del trabajo, no un extra opcional.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Tu rol   ·   07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TU 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Mínimos de redes sociales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78308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6ACBA"/>
                </a:solidFill>
                <a:latin typeface="Helvetica Neue"/>
              </a:rPr>
              <a:t>El foco de contenido es Zebraish Studio por ahora. El contenido de Fashion se suma en cuanto se lance la línea.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12848"/>
            <a:ext cx="10817352" cy="621792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2257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Entregable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232257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Requisito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34640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Publicaciones / Reels de Instagram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926080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2 por semana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56432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47872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Historias de Instagram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547872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3 por semana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078224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169664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Videos de TikTok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169664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1 por semana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700016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9145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Participación en campañas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479145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Cuando se solicite razonablemente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321808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41324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Aprobación de contenido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541324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Solo necesaria por adelantado para campañas concretas señaladas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2212848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5" name="Picture 24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Tu rol   ·   08 / 20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COMISIÓN Y PAGOS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Cómo se mueve el dinero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Presentación de clientes, comisión y el pago semanal, en términos claros.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Comisión y pagos   ·   09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COMISIÓN Y PAGOS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Presentación de clientes: sin código de referido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Cuando presentas a un cliente, el proyecto se abre a través del Portal de Proyectos y Pagos de Zebraish (o simplemente se lo dices a Joshua y él lo abre): recibe un identificador único de proyecto, como ZB-00017.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 hay ningún código o enlace de referido personal que gestionar ni compartir.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La comisión no se calcula asociando clientes individuales contigo: se basa en todos los pagos elegibles que reciba Zebraish durante tu Periodo.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Comisión y pagos   ·   10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COMISIÓN Y PAGOS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La comisión, de un vistazo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2148840"/>
            <a:ext cx="36057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E9BF0"/>
                </a:solidFill>
                <a:latin typeface="Helvetica Neue"/>
              </a:rPr>
              <a:t>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246120"/>
            <a:ext cx="3285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A6ACBA"/>
                </a:solidFill>
                <a:latin typeface="Helvetica Neue"/>
              </a:rPr>
              <a:t>de todos los pagos elegibles de clientes de Zebraish recibidos durante tu Periodo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1584" y="2148840"/>
            <a:ext cx="36057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E9BF0"/>
                </a:solidFill>
                <a:latin typeface="Helvetica Neue"/>
              </a:rPr>
              <a:t>Semanal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1584" y="3246120"/>
            <a:ext cx="3285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A6ACBA"/>
                </a:solidFill>
                <a:latin typeface="Helvetica Neue"/>
              </a:rPr>
              <a:t>la comisión se calcula y se paga cada semana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97368" y="2148840"/>
            <a:ext cx="360578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4E9BF0"/>
                </a:solidFill>
                <a:latin typeface="Helvetica Neue"/>
              </a:rPr>
              <a:t>Domingo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97368" y="3246120"/>
            <a:ext cx="328574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A6ACBA"/>
                </a:solidFill>
                <a:latin typeface="Helvetica Neue"/>
              </a:rPr>
              <a:t>día de pago, revisado y enviado por transferencia bancaria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029200"/>
            <a:ext cx="10817352" cy="18288"/>
          </a:xfrm>
          <a:prstGeom prst="rect">
            <a:avLst/>
          </a:prstGeom>
          <a:solidFill>
            <a:srgbClr val="2A2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21208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FFFFF"/>
                </a:solidFill>
                <a:latin typeface="Helvetica Neue"/>
              </a:rPr>
              <a:t>Sin límite arbitrario a lo que puedes ganar, y sin salario fijo: la compensación se basa en comisión durante el Periodo Inicial.</a:t>
            </a:r>
          </a:p>
        </p:txBody>
      </p:sp>
      <p:pic>
        <p:nvPicPr>
          <p:cNvPr id="13" name="Picture 12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Comisión y pagos   ·   11 / 20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COMISIÓN Y PAGOS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Pago semanal: cómo funciona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85800" y="1920240"/>
            <a:ext cx="10817352" cy="621792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996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Paso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202996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Qué ocurre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42032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33472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Revisión del domingo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33472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Joshua totaliza todos los pagos elegibles que Zebraish recibió de lunes a domingo.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63824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55264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Cálculo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255264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El 10% de ese total semanal es tu comisión de la semana.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785616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7705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Pago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7705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Se envía por transferencia bancaria ese mismo día, o el siguiente día hábil si una transferencia en domingo no es posible.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407408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9884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Exclusiones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449884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Reembolsos, contracargos, pedidos cancelados o fraudulentos no cuentan.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029200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Ejemplo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5120640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485.000 ₦ en pagos elegibles esa semana → 48.500 ₦ de comisión pagados ese domingo.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19202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Comisión y pagos   ·   12 / 20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COMISIÓN Y PAGOS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Tu Panel de Colaborador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Una vista privada de tu comisión semanal: identificadores de proyecto, importes y estado PAGADO / PENDIENTE.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Verás lo suficiente para verificar que cada pago se calcula correctamente, sin que se te expongan los datos de contacto de los clientes de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Se está construyendo junto con el Portal de Proyectos; Joshua confirmará cuando esté disponible. Mientras tanto, un resumen semanal por escrito sirve de puente.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Comisión y pagos   ·   13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2860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E9BF0"/>
                </a:solidFill>
                <a:latin typeface="Helvetica Neue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21031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2900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Helvetica Neue"/>
              </a:rPr>
              <a:t>La letra pequeña, hecha legible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5196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A6ACBA"/>
                </a:solidFill>
                <a:latin typeface="Helvetica Neue"/>
              </a:rPr>
              <a:t>Directrices de marca, derechos de contenido y cómo funciona el Periodo.</a:t>
            </a:r>
          </a:p>
        </p:txBody>
      </p:sp>
      <p:pic>
        <p:nvPicPr>
          <p:cNvPr id="7" name="Picture 6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14 / 20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Directrices de marca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Representar a Zebraish de forma positiva y profesional, siempre.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Sin afirmaciones falsas o engañosas sobre Zebraish, sus productos o servicios.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No dar a entender que eres propietario, director o directivo de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Sin promesas o compromisos no autorizados en nombre de Zebraish.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La publicidad de pago o los patrocinios necesitan la aprobación escrita de Joshua antes de comprometer ningún gasto.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15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Contenido y tus derechos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Conservas la titularidad plena de tu identidad, imagen y semejanza, siempre.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Zebraish recibe una licencia no exclusiva para usar contenido aprobado (fotos, videos, tu nombre) con fines promocionales en Instagram, TikTok, el sitio web y publicidad.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Esa licencia dura durante el Periodo, más 6 meses tras su finalización, solo para uso de archivo y portafolio, no para nuevas campañas.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La información confidencial de Zebraish (productos, precios, estrategia) sigue siendo confidencial, durante y después del Periodo.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16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El Periodo y cómo termina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ectangle 4"/>
          <p:cNvSpPr/>
          <p:nvPr/>
        </p:nvSpPr>
        <p:spPr>
          <a:xfrm>
            <a:off x="685800" y="1920240"/>
            <a:ext cx="10817352" cy="621792"/>
          </a:xfrm>
          <a:prstGeom prst="rect">
            <a:avLst/>
          </a:prstGeom>
          <a:solidFill>
            <a:srgbClr val="1D68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996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Elemento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202996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Helvetica Neue"/>
              </a:rPr>
              <a:t>Detalle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42032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33472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Periodo Inicial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633472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3 meses desde la fecha de la última firma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63824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55264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Renovación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255264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Solo mediante acuerdo escrito mutuo; de lo contrario termina automáticamente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785616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77056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Terminación por conveniencia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3877056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14 días de notificación escrita, cualquiera de las partes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4407408"/>
            <a:ext cx="10817352" cy="621792"/>
          </a:xfrm>
          <a:prstGeom prst="rect">
            <a:avLst/>
          </a:prstGeom>
          <a:solidFill>
            <a:srgbClr val="0B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98848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Terminación inmediata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4498848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Por falta grave, fraude o un incumplimiento no subsanado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029200"/>
            <a:ext cx="10817352" cy="621792"/>
          </a:xfrm>
          <a:prstGeom prst="rect">
            <a:avLst/>
          </a:prstGeom>
          <a:solidFill>
            <a:srgbClr val="14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484632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Helvetica Neue"/>
              </a:rPr>
              <a:t>Tras la terminación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5120640"/>
            <a:ext cx="5422392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6ACBA"/>
                </a:solidFill>
                <a:latin typeface="Helvetica Neue"/>
              </a:rPr>
              <a:t>La comisión ya generada sobre pagos elegibles sigue siendo pagadera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19202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17 / 20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Publicidad de pago y seguimiento mensual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691640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965960"/>
            <a:ext cx="10424160" cy="3931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Si tiene sentido usar anuncios de pago o publicaciones impulsadas, Joshua financia y confirma el presupuesto por escrito antes de gastar nada: nunca comprometes el dinero de Zebraish sin su aprobación.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Una vez al mes, una revisión rápida: contenido entregado, presentaciones de clientes, comisión, y cualquier ajuste que valga la pena.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50" b="1">
                <a:solidFill>
                  <a:srgbClr val="4E9BF0"/>
                </a:solidFill>
                <a:latin typeface="Helvetica Neue"/>
              </a:rPr>
              <a:t>•  </a:t>
            </a:r>
            <a:r>
              <a:rPr sz="1550">
                <a:solidFill>
                  <a:srgbClr val="FFFFFF"/>
                </a:solidFill>
                <a:latin typeface="Helvetica Neue"/>
              </a:rPr>
              <a:t>Informal, sin fricción: una llamada o un mensaje bastan. Mantiene a ambas partes alineadas sin necesidad de tocar el Acuerdo en sí.</a:t>
            </a:r>
          </a:p>
        </p:txBody>
      </p:sp>
      <p:pic>
        <p:nvPicPr>
          <p:cNvPr id="6" name="Picture 5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18 / 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DIRECTRICES Y 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Helvetica Neue"/>
              </a:rPr>
              <a:t>Lo que llega: Fashion</a:t>
            </a:r>
          </a:p>
        </p:txBody>
      </p:sp>
      <p:pic>
        <p:nvPicPr>
          <p:cNvPr id="4" name="Picture 3" descr="fash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40"/>
            <a:ext cx="3496056" cy="3794760"/>
          </a:xfrm>
          <a:prstGeom prst="rect">
            <a:avLst/>
          </a:prstGeom>
        </p:spPr>
      </p:pic>
      <p:pic>
        <p:nvPicPr>
          <p:cNvPr id="5" name="Picture 4" descr="fash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6448" y="1691640"/>
            <a:ext cx="3496056" cy="3794760"/>
          </a:xfrm>
          <a:prstGeom prst="rect">
            <a:avLst/>
          </a:prstGeom>
        </p:spPr>
      </p:pic>
      <p:pic>
        <p:nvPicPr>
          <p:cNvPr id="6" name="Picture 5" descr="fash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7096" y="1691640"/>
            <a:ext cx="3496056" cy="3794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6ACBA"/>
                </a:solidFill>
                <a:latin typeface="Helvetica Neue"/>
              </a:rPr>
              <a:t>Un adelanto, no el trabajo actual: referencias de estilismo para la línea de Fashion, que se lanza pronto. Patrones y texturas inspirados en animales, reinterpretados para una gama premium. Tu rol se amplía para incluir esto en cuanto esté disponible; por ahora, el foco es Zebraish Studio.</a:t>
            </a:r>
          </a:p>
        </p:txBody>
      </p:sp>
      <p:pic>
        <p:nvPicPr>
          <p:cNvPr id="8" name="Picture 7" descr="logo-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19 / 20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72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37608" cy="8229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2651760"/>
            <a:ext cx="1081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4E9BF0"/>
                </a:solidFill>
                <a:latin typeface="Helvetica Neue"/>
              </a:rPr>
              <a:t>SIGUIENTE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017520"/>
            <a:ext cx="108173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Helvetica Neue"/>
              </a:rPr>
              <a:t>Hagámoslo oficial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3931920"/>
            <a:ext cx="8686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450" b="0">
                <a:solidFill>
                  <a:srgbClr val="A6ACBA"/>
                </a:solidFill>
                <a:latin typeface="Helvetica Neue"/>
              </a:rPr>
              <a:t>Esta presentación es contexto. El Acuerdo de Colaboración Oficial es el documento que lo hace vinculante: léelo, pregunta lo que necesites y fírmalo cuando estés listo.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800600"/>
            <a:ext cx="10817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Fundador / Representante de la Marca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2005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Helvetica Neue"/>
              </a:rPr>
              <a:t>Joshua Bankole · j0shbankole19@gmail.com · +234 816 532 0780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221224"/>
            <a:ext cx="10817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Colaborador Oficial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440680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Helvetica Neue"/>
              </a:rPr>
              <a:t>Christian Prieto · +34 631 53 71 36 · Barcelona, España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641848"/>
            <a:ext cx="1081735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>
                <a:solidFill>
                  <a:srgbClr val="A6ACBA"/>
                </a:solidFill>
                <a:latin typeface="Helvetica Neue"/>
              </a:rPr>
              <a:t>Documento a firmar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61304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Helvetica Neue"/>
              </a:rPr>
              <a:t>Acuerdo de Colaboración Oficial de Zebraish (EN / ES)</a:t>
            </a:r>
          </a:p>
        </p:txBody>
      </p:sp>
      <p:pic>
        <p:nvPicPr>
          <p:cNvPr id="12" name="Picture 11" descr="logo-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82512"/>
            <a:ext cx="170028" cy="2194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5156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A6ACBA"/>
                </a:solidFill>
                <a:latin typeface="Helvetica Neue"/>
              </a:rPr>
              <a:t>ZEBRAISH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635508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A6ACBA"/>
                </a:solidFill>
                <a:latin typeface="Helvetica Neue"/>
              </a:rPr>
              <a:t>Directrices y condiciones   ·   20 / 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6291072"/>
            <a:ext cx="10817352" cy="0"/>
          </a:xfrm>
          <a:prstGeom prst="line">
            <a:avLst/>
          </a:prstGeom>
          <a:ln w="12700">
            <a:solidFill>
              <a:srgbClr val="2A2E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