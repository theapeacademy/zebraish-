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94360"/>
            <a:ext cx="389649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22860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E9BF0"/>
                </a:solidFill>
                <a:latin typeface="Helvetica Neue"/>
              </a:rPr>
              <a:t>OFFICIAL COLLABORATION PARTNER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748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Helvetica Neue"/>
              </a:rPr>
              <a:t>Welcome to Zebraish,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Helvetica Neue"/>
              </a:rPr>
              <a:t>Christian.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605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A6ACBA"/>
                </a:solidFill>
                <a:latin typeface="Helvetica Neue"/>
              </a:rPr>
              <a:t>Everything you need to know about the brand, your role, and how the collaboration works day to day — before you sign anything.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516636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5321808"/>
            <a:ext cx="2926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PREPARED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412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Helvetica Neue"/>
              </a:rPr>
              <a:t>Christian Prieto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760720"/>
            <a:ext cx="2926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PREPARED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98017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Helvetica Neue"/>
              </a:rPr>
              <a:t>Joshua Bankole, Founder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99632"/>
            <a:ext cx="2926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DOCUMENT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1908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Helvetica Neue"/>
              </a:rPr>
              <a:t>Onboarding presentation — companion to the Official Collaboration Agreement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4E9BF0"/>
                </a:solidFill>
                <a:latin typeface="Helvetica Neu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WELCOME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Helvetica Neue"/>
              </a:rPr>
              <a:t>You're officially part of Zebraish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5196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A6ACBA"/>
                </a:solidFill>
                <a:latin typeface="Helvetica Neue"/>
              </a:rPr>
              <a:t>A quick welcome before we get into the details.</a:t>
            </a:r>
          </a:p>
        </p:txBody>
      </p:sp>
      <p:pic>
        <p:nvPicPr>
          <p:cNvPr id="7" name="Picture 6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Welcome   ·   02 / 20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What is Zebraish?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Zebraish is a brand and project built around two connected doors into the same world: Zebraish Studio and The Board on the technology side, and Zebraish Fashion on the creative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Studio and The Board are where the tech and product work happens — building, prototyping, and shipping ideas.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Fashion is the creative expression of the same brand — apparel and style built around a distinct, animal-inspired aesthetic.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Both doors share one identity. Growing one grows the other.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Welcome   ·   03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Where you fit: the Fashion vertical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You're joining as Zebraish's Official Collaboration Partner on the Fashion side — the face and voice of that vertical.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The creative direction draws from the animal world: skins, patterns, and texture, reinterpreted into a premium, wearable line.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Your role blends model, influencer, and brand partner — representing the aesthetic publicly while helping bring in the people who'll actually buy into it.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Welcome   ·   04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The creative direction</a:t>
            </a:r>
          </a:p>
        </p:txBody>
      </p:sp>
      <p:pic>
        <p:nvPicPr>
          <p:cNvPr id="4" name="Picture 3" descr="fash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3496056" cy="3794760"/>
          </a:xfrm>
          <a:prstGeom prst="rect">
            <a:avLst/>
          </a:prstGeom>
        </p:spPr>
      </p:pic>
      <p:pic>
        <p:nvPicPr>
          <p:cNvPr id="5" name="Picture 4" descr="fash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6448" y="1691640"/>
            <a:ext cx="3496056" cy="3794760"/>
          </a:xfrm>
          <a:prstGeom prst="rect">
            <a:avLst/>
          </a:prstGeom>
        </p:spPr>
      </p:pic>
      <p:pic>
        <p:nvPicPr>
          <p:cNvPr id="6" name="Picture 5" descr="fash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096" y="1691640"/>
            <a:ext cx="3496056" cy="3794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6ACBA"/>
                </a:solidFill>
                <a:latin typeface="Helvetica Neue"/>
              </a:rPr>
              <a:t>Reference styling for the Fashion vertical — animal-inspired patterns and textures reinterpreted for a premium line. Full mood board to follow as product development continues.</a:t>
            </a:r>
          </a:p>
        </p:txBody>
      </p:sp>
      <p:pic>
        <p:nvPicPr>
          <p:cNvPr id="8" name="Picture 7" descr="logo-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Welcome   ·   05 / 20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4E9BF0"/>
                </a:solidFill>
                <a:latin typeface="Helvetica Neue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YOUR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Helvetica Neue"/>
              </a:rPr>
              <a:t>What you're signing up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5196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A6ACBA"/>
                </a:solidFill>
                <a:latin typeface="Helvetica Neue"/>
              </a:rPr>
              <a:t>Position, responsibilities, and what "good" looks like.</a:t>
            </a:r>
          </a:p>
        </p:txBody>
      </p:sp>
      <p:pic>
        <p:nvPicPr>
          <p:cNvPr id="7" name="Picture 6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Your Role   ·   06 / 20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YOUR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Your position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Position: Zebraish Official Collaboration Partner.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Non-exclusive — you're free to work with, promote, or represent other brands during the Term, as long as it doesn't conflict with your Zebraish obligations.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Initial Term: 3 months from the date you both sign, renewable by mutual written agreement.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You represent Zebraish, build brand awareness, create content, and introduce potential clients — all detailed in the Agreement itself.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Your Role   ·   07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YOUR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Outreach responsibilities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Proactively identify and approach potential clients within your own network and audience — DMs, in-person introductions, social engagement, whatever fits.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Represent Zebraish's offering accurately when you do.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Direct anyone interested to Joshua directly, or to the Zebraish Project &amp; Payment Portal once it's live, so a project gets opened properly.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This is the core of how commission gets generated — outreach is part of the job, not an optional extra.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Your Role   ·   08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YOUR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Social media minimums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85800" y="1920240"/>
            <a:ext cx="10817352" cy="621792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996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Deliverable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202996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Requirement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42032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33472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Instagram posts / Reels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633472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2 per week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63824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55264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Instagram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255264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3 per week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785616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77056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TikTok videos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877056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1 per week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407408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9884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Campaign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449884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As reasonably requested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029200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Content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5120640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Required in advance only for specific flagged campaigns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19202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Your Role   ·   09 / 20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4E9BF0"/>
                </a:solidFill>
                <a:latin typeface="Helvetica Neue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COMMISSION &amp; PAYMENTS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Helvetica Neue"/>
              </a:rPr>
              <a:t>How money moves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5196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A6ACBA"/>
                </a:solidFill>
                <a:latin typeface="Helvetica Neue"/>
              </a:rPr>
              <a:t>Client introductions, commission, and the weekly payout — in plain terms.</a:t>
            </a:r>
          </a:p>
        </p:txBody>
      </p:sp>
      <p:pic>
        <p:nvPicPr>
          <p:cNvPr id="7" name="Picture 6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Commission &amp; Payments   ·   10 / 20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COMMISSION &amp; PAYMENTS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Client introductions — no referral code needed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When you introduce a client, the project gets opened through the Zebraish Project &amp; Payment Portal (or you just tell Joshua directly and he opens it) — it gets a unique Project ID, like ZB-00017.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There's no personal referral code or link to manage or share.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Commission isn't calculated by matching individual clients to you — it's based on all qualifying Zebraish payments received during your Term.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Commission &amp; Payments   ·   11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COMMISSION &amp; PAYMENTS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Commission, at a glance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2148840"/>
            <a:ext cx="36057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E9BF0"/>
                </a:solidFill>
                <a:latin typeface="Helvetica Neue"/>
              </a:rPr>
              <a:t>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46120"/>
            <a:ext cx="3285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A6ACBA"/>
                </a:solidFill>
                <a:latin typeface="Helvetica Neue"/>
              </a:rPr>
              <a:t>of all qualifying Zebraish client payments received during your Term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1584" y="2148840"/>
            <a:ext cx="36057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E9BF0"/>
                </a:solidFill>
                <a:latin typeface="Helvetica Neue"/>
              </a:rPr>
              <a:t>Weekly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1584" y="3246120"/>
            <a:ext cx="3285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A6ACBA"/>
                </a:solidFill>
                <a:latin typeface="Helvetica Neue"/>
              </a:rPr>
              <a:t>commission is calculated and paid every single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7368" y="2148840"/>
            <a:ext cx="36057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E9BF0"/>
                </a:solidFill>
                <a:latin typeface="Helvetica Neue"/>
              </a:rPr>
              <a:t>Sunday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7368" y="3246120"/>
            <a:ext cx="3285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A6ACBA"/>
                </a:solidFill>
                <a:latin typeface="Helvetica Neue"/>
              </a:rPr>
              <a:t>payout day — reviewed and sent by bank 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029200"/>
            <a:ext cx="10817352" cy="18288"/>
          </a:xfrm>
          <a:prstGeom prst="rect">
            <a:avLst/>
          </a:prstGeom>
          <a:solidFill>
            <a:srgbClr val="2A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21208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FFFFF"/>
                </a:solidFill>
                <a:latin typeface="Helvetica Neue"/>
              </a:rPr>
              <a:t>No arbitrary cap on what you can earn, and no fixed salary — compensation is commission-based for the Initial Term.</a:t>
            </a:r>
          </a:p>
        </p:txBody>
      </p:sp>
      <p:pic>
        <p:nvPicPr>
          <p:cNvPr id="13" name="Picture 12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Commission &amp; Payments   ·   12 / 20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COMMISSION &amp; PAYMENTS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Weekly payout — how it works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85800" y="1920240"/>
            <a:ext cx="10817352" cy="621792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996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202996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42032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33472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Sunday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633472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Joshua totals every qualifying payment Zebraish received Mon–Sun.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63824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55264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Calculation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255264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10% of that weekly total is your commission for the week.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785616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77056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Payment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877056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Sent by bank transfer the same day, or the next business day if a Sunday transfer isn't possible.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407408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9884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Exclusions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449884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Refunds, chargebacks, cancelled or fraudulent orders don't count.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029200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Example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5120640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₦485,000 in qualifying payments that week → ₦48,500 commission paid to you that Sunday.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19202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Commission &amp; Payments   ·   13 / 20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COMMISSION &amp; PAYMENTS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Your Collaborator Dashboard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A private view of your weekly commission — Project IDs, amounts, and PAID / PENDING status.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You'll see enough to verify every payment is calculated correctly, without Zebraish's client contact details being exposed to you.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This is being built alongside the Project Portal — Joshua will confirm once it's live; a written weekly summary works as a bridge until then.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Commission &amp; Payments   ·   14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4E9BF0"/>
                </a:solidFill>
                <a:latin typeface="Helvetica Neue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GUIDELINES &amp; 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Helvetica Neue"/>
              </a:rPr>
              <a:t>The fine print, made readable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5196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A6ACBA"/>
                </a:solidFill>
                <a:latin typeface="Helvetica Neue"/>
              </a:rPr>
              <a:t>Brand guidelines, content rights, and how the Term works.</a:t>
            </a:r>
          </a:p>
        </p:txBody>
      </p:sp>
      <p:pic>
        <p:nvPicPr>
          <p:cNvPr id="7" name="Picture 6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Guidelines &amp; Terms   ·   15 / 20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GUIDELINES &amp; 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Brand guidelines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Represent Zebraish positively and professionally, always.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No false or misleading claims about Zebraish, its products, or services.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Don't imply you're an owner, director, or officer of Zebraish.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No unauthorized promises or commitments on Zebraish's behalf.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Paid advertising or sponsorships need Joshua's written approval before you commit to any spend.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Guidelines &amp; Terms   ·   16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GUIDELINES &amp; 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Content &amp; your rights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You keep full ownership of your identity, image, and likeness — always.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Zebraish gets a non-exclusive license to use approved content (photos, videos, your name) for promotional purposes on Instagram, TikTok, the website, and ads.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That license runs during the Term, plus 6 months after it ends — for archival and portfolio use only, not new campaigns.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Confidential Zebraish information (products, pricing, strategy) stays confidential — during and after the Term.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Guidelines &amp; Terms   ·   17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GUIDELINES &amp; 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Term &amp; how it ends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85800" y="1920240"/>
            <a:ext cx="10817352" cy="621792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996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202996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Detail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42032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33472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Initial Term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633472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3 months from the date of last signature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63824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55264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Renewal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255264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Only by mutual written agreement — otherwise it ends automatically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785616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77056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Termination for convenience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877056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14 days' written notice, either side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407408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9884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Immediate termination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449884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For serious misconduct, fraud, or an unremedied breach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029200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After termination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5120640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Commission already earned on qualifying payments stays payable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19202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Guidelines &amp; Terms   ·   18 / 20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GUIDELINES &amp; 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Paid advertising &amp; monthly check-ins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If paid ads or boosted posts make sense, Joshua funds and confirms the budget in writing before anything's spent — you never commit Zebraish's money without sign-off.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Once a month, a quick review: content delivered, client introductions, commission, and anything worth adjusting.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—  </a:t>
            </a:r>
            <a:r>
              <a:rPr sz="1550">
                <a:solidFill>
                  <a:srgbClr val="FFFFFF"/>
                </a:solidFill>
                <a:latin typeface="Helvetica Neue"/>
              </a:rPr>
              <a:t>Informal, low-friction — a call or a message is enough. It keeps both sides aligned without needing to touch the Agreement itself.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Guidelines &amp; Terms   ·   19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37608" cy="8229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2651760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Helvetica Neue"/>
              </a:rPr>
              <a:t>Let's make it official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393192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A6ACBA"/>
                </a:solidFill>
                <a:latin typeface="Helvetica Neue"/>
              </a:rPr>
              <a:t>This presentation is context. The Official Collaboration Agreement is the document that makes it binding — read it, ask anything, and sign when you're ready.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10817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Founder / Brand Representative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2005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Helvetica Neue"/>
              </a:rPr>
              <a:t>Joshua Bankole — j0shbankole19@gmail.com — +234 816 532 0780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221224"/>
            <a:ext cx="10817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Official Collaboration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44068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Helvetica Neue"/>
              </a:rPr>
              <a:t>Christian Prieto — +34 631 53 71 36 — Barcelona, Spain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41848"/>
            <a:ext cx="10817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Document to 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6130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Helvetica Neue"/>
              </a:rPr>
              <a:t>Zebraish Official Collaboration Agreement (EN / ES)</a:t>
            </a:r>
          </a:p>
        </p:txBody>
      </p:sp>
      <p:pic>
        <p:nvPicPr>
          <p:cNvPr id="12" name="Picture 11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Guidelines &amp; Terms   ·   20 / 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